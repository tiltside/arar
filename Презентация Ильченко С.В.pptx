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06ae89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3936" y="1371600"/>
            <a:ext cx="5596128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Создание магазина</a:t>
            </a:r>
            <a:endParaRPr lang="en-US" sz="4500" dirty="0"/>
          </a:p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стройматериалов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4000500" y="2667000"/>
            <a:ext cx="1143000" cy="38100"/>
          </a:xfrm>
          <a:prstGeom prst="rect">
            <a:avLst/>
          </a:prstGeom>
          <a:solidFill>
            <a:srgbClr val="F973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553455" y="2933700"/>
            <a:ext cx="403694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Интернет-магазин на базе PHP, HTML и CSS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49901" y="3543300"/>
            <a:ext cx="204405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1500"/>
              </a:spcBef>
              <a:buNone/>
            </a:pPr>
            <a:r>
              <a:rPr lang="en-US" sz="120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Ильченко С.В. • АТСТ • 2025</a:t>
            </a:r>
            <a:endParaRPr lang="en-US" sz="1200" dirty="0"/>
          </a:p>
        </p:txBody>
      </p:sp>
      <p:pic>
        <p:nvPicPr>
          <p:cNvPr id="7" name="Image 1" descr="/tmp/rasterized-gradient-17190c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704850"/>
            <a:ext cx="85725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Актуальность проекта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33475"/>
            <a:ext cx="3848100" cy="971550"/>
          </a:xfrm>
          <a:prstGeom prst="roundRect">
            <a:avLst>
              <a:gd name="adj" fmla="val 6275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266825"/>
            <a:ext cx="365302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🏗️ Рост строительной отрасли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8150" y="1590675"/>
            <a:ext cx="365302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Высокий спрос на качественные стройматериалы требует удобных площадок для продажи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800" y="2238375"/>
            <a:ext cx="3848100" cy="971550"/>
          </a:xfrm>
          <a:prstGeom prst="roundRect">
            <a:avLst>
              <a:gd name="adj" fmla="val 6275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2371725"/>
            <a:ext cx="365302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💻 Цифровизация торговли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8150" y="2695575"/>
            <a:ext cx="365302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Интернет-технологии позволяют автоматизировать процесс покупки и доставки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800" y="3343275"/>
            <a:ext cx="3848100" cy="971550"/>
          </a:xfrm>
          <a:prstGeom prst="roundRect">
            <a:avLst>
              <a:gd name="adj" fmla="val 6275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150" y="3476625"/>
            <a:ext cx="3653028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🎯 Конкурентные преимущества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150" y="3800475"/>
            <a:ext cx="365302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Специализированные площадки часто имеют устаревший функционал и дизайн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10100" y="1924050"/>
            <a:ext cx="4229100" cy="1600200"/>
          </a:xfrm>
          <a:prstGeom prst="roundRect">
            <a:avLst>
              <a:gd name="adj" fmla="val 3810"/>
            </a:avLst>
          </a:prstGeom>
          <a:solidFill>
            <a:srgbClr val="1791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2114550"/>
            <a:ext cx="3925062" cy="121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AFA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Разработка собственного интернет-магазина позволяет учесть все потребности целевой аудитории и обеспечить стабильную работу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4762500"/>
            <a:ext cx="2163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Курсовая работа | Ильченко С.В. | АТСТ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704850"/>
            <a:ext cx="85725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Цели работы</a:t>
            </a:r>
            <a:endParaRPr lang="en-US" sz="27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260985" y="126936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984885" y="1269365"/>
            <a:ext cx="7811262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Изучение основных принципов</a:t>
            </a:r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создания интернет-магазинов и освоение технологий веб-разработки</a:t>
            </a:r>
            <a:endParaRPr lang="en-US" sz="12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260985" y="199326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F973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984885" y="1993265"/>
            <a:ext cx="7811262" cy="4875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Практическая реализация</a:t>
            </a:r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проекта магазина стройматериалов с полным функционалом управления товарами и заказами</a:t>
            </a:r>
            <a:endParaRPr lang="en-US" sz="12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260985" y="271716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0EA5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84885" y="2717165"/>
            <a:ext cx="7811262" cy="243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Анализ и тестирование</a:t>
            </a:r>
            <a:r>
              <a:rPr lang="en-US" sz="120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созданной системы для обеспечения качественной работы онлайн-сервиса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4762500"/>
            <a:ext cx="2163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Курсовая работа | Ильченко С.В. | АТСТ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704850"/>
            <a:ext cx="85725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Задачи проекта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708150"/>
            <a:ext cx="4181475" cy="419100"/>
          </a:xfrm>
          <a:prstGeom prst="roundRect">
            <a:avLst>
              <a:gd name="adj" fmla="val 14545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1714500"/>
            <a:ext cx="0" cy="419100"/>
          </a:xfrm>
          <a:prstGeom prst="line">
            <a:avLst/>
          </a:prstGeom>
          <a:noFill/>
          <a:ln w="47625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725" y="1828800"/>
            <a:ext cx="398335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Анализ требований</a:t>
            </a: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к интернет-магазину стройматериалов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800" y="2241550"/>
            <a:ext cx="4181475" cy="609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8613" y="2247900"/>
            <a:ext cx="0" cy="609600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725" y="2362200"/>
            <a:ext cx="398335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Проектирование базы данных</a:t>
            </a: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для хранения информации о товарах, заказах и клиентах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800" y="2965450"/>
            <a:ext cx="4181475" cy="609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613" y="2971800"/>
            <a:ext cx="0" cy="609600"/>
          </a:xfrm>
          <a:prstGeom prst="line">
            <a:avLst/>
          </a:prstGeom>
          <a:noFill/>
          <a:ln w="47625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725" y="3086100"/>
            <a:ext cx="398335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Разработка интерфейса</a:t>
            </a: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с применением HTML и CSS для привлекательного оформления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57725" y="1612900"/>
            <a:ext cx="4181475" cy="609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1538" y="1619250"/>
            <a:ext cx="0" cy="609600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9650" y="1727200"/>
            <a:ext cx="398335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Реализация серверной логики</a:t>
            </a: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на PHP для обработки запросов и работы с БД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57725" y="2336800"/>
            <a:ext cx="4181475" cy="609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1538" y="2343150"/>
            <a:ext cx="0" cy="60960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650" y="2451100"/>
            <a:ext cx="398335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Организация взаимодействия</a:t>
            </a: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с базой данных через MyPHPAdmin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57725" y="3060700"/>
            <a:ext cx="4181475" cy="6096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81538" y="3067050"/>
            <a:ext cx="0" cy="60960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9650" y="3175000"/>
            <a:ext cx="3983355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Тестирование и отладка</a:t>
            </a:r>
            <a:r>
              <a:rPr lang="en-US" sz="1050" dirty="0">
                <a:solidFill>
                  <a:srgbClr val="1D1D1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для выявления и устранения ошибок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1000" y="4762500"/>
            <a:ext cx="2163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Курсовая работа | Ильченко С.В. | АТСТ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5750" y="704850"/>
            <a:ext cx="85725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5750" y="228600"/>
            <a:ext cx="467315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Используемые технологии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685925"/>
            <a:ext cx="4076700" cy="914400"/>
          </a:xfrm>
          <a:prstGeom prst="roundRect">
            <a:avLst>
              <a:gd name="adj" fmla="val 6667"/>
            </a:avLst>
          </a:prstGeom>
          <a:solidFill>
            <a:srgbClr val="1791E8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52658" y="1838325"/>
            <a:ext cx="193338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FAFA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PHP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95681" y="2257425"/>
            <a:ext cx="384733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AFA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Серверная логика и обработка данных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733675"/>
            <a:ext cx="4076700" cy="914400"/>
          </a:xfrm>
          <a:prstGeom prst="roundRect">
            <a:avLst>
              <a:gd name="adj" fmla="val 6667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52658" y="2886075"/>
            <a:ext cx="193338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1717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 + CSS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681" y="3305175"/>
            <a:ext cx="384733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Структура и оформление интерфейса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86300" y="1657350"/>
            <a:ext cx="4076700" cy="914400"/>
          </a:xfrm>
          <a:prstGeom prst="roundRect">
            <a:avLst>
              <a:gd name="adj" fmla="val 6667"/>
            </a:avLst>
          </a:prstGeom>
          <a:solidFill>
            <a:srgbClr val="F5F5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57958" y="1809750"/>
            <a:ext cx="1933385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1717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MyPHPAdmin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00981" y="2228850"/>
            <a:ext cx="384733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17171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Управление базой данных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86300" y="2705100"/>
            <a:ext cx="4076700" cy="971550"/>
          </a:xfrm>
          <a:prstGeom prst="roundRect">
            <a:avLst>
              <a:gd name="adj" fmla="val 6275"/>
            </a:avLst>
          </a:prstGeom>
          <a:solidFill>
            <a:srgbClr val="F5F5F5"/>
          </a:solidFill>
          <a:ln w="28575">
            <a:solidFill>
              <a:srgbClr val="1E3A8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72531" y="2886075"/>
            <a:ext cx="1904238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830128" y="3305175"/>
            <a:ext cx="378904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Хранение информации о товарах и заказах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4762500"/>
            <a:ext cx="216352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73737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Курсовая работа | Ильченко С.В. | АТСТ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8e0527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1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3848" y="1766888"/>
            <a:ext cx="45763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Спасибо</a:t>
            </a:r>
            <a:endParaRPr lang="en-US" sz="5400" dirty="0"/>
          </a:p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1791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за внимание!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3619500" y="3328988"/>
            <a:ext cx="1905000" cy="47625"/>
          </a:xfrm>
          <a:prstGeom prst="roundRect">
            <a:avLst>
              <a:gd name="adj" fmla="val 40000"/>
            </a:avLst>
          </a:prstGeom>
          <a:solidFill>
            <a:srgbClr val="F973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/tmp/rasterized-gradient-357493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9200"/>
            <a:ext cx="9144000" cy="1143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9,&quot;left&quot;:20.55,&quot;top&quot;:99.95,&quot;width&quot;:672.0600000000001}"/>
</p:tagLst>
</file>

<file path=ppt/tags/tag2.xml><?xml version="1.0" encoding="utf-8"?>
<p:tagLst xmlns:p="http://schemas.openxmlformats.org/presentationml/2006/main">
  <p:tag name="KSO_WM_DIAGRAM_VIRTUALLY_FRAME" val="{&quot;height&quot;:159,&quot;left&quot;:20.55,&quot;top&quot;:99.95,&quot;width&quot;:672.0600000000001}"/>
</p:tagLst>
</file>

<file path=ppt/tags/tag3.xml><?xml version="1.0" encoding="utf-8"?>
<p:tagLst xmlns:p="http://schemas.openxmlformats.org/presentationml/2006/main">
  <p:tag name="KSO_WM_DIAGRAM_VIRTUALLY_FRAME" val="{&quot;height&quot;:159,&quot;left&quot;:20.55,&quot;top&quot;:99.95,&quot;width&quot;:672.0600000000001}"/>
</p:tagLst>
</file>

<file path=ppt/tags/tag4.xml><?xml version="1.0" encoding="utf-8"?>
<p:tagLst xmlns:p="http://schemas.openxmlformats.org/presentationml/2006/main">
  <p:tag name="KSO_WM_DIAGRAM_VIRTUALLY_FRAME" val="{&quot;height&quot;:159,&quot;left&quot;:20.55,&quot;top&quot;:99.95,&quot;width&quot;:672.0600000000001}"/>
</p:tagLst>
</file>

<file path=ppt/tags/tag5.xml><?xml version="1.0" encoding="utf-8"?>
<p:tagLst xmlns:p="http://schemas.openxmlformats.org/presentationml/2006/main">
  <p:tag name="KSO_WM_DIAGRAM_VIRTUALLY_FRAME" val="{&quot;height&quot;:159,&quot;left&quot;:20.55,&quot;top&quot;:99.95,&quot;width&quot;:672.0600000000001}"/>
</p:tagLst>
</file>

<file path=ppt/tags/tag6.xml><?xml version="1.0" encoding="utf-8"?>
<p:tagLst xmlns:p="http://schemas.openxmlformats.org/presentationml/2006/main">
  <p:tag name="KSO_WM_DIAGRAM_VIRTUALLY_FRAME" val="{&quot;height&quot;:159,&quot;left&quot;:20.55,&quot;top&quot;:99.95,&quot;width&quot;:672.0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1611</Words>
  <Application>WPS Presentation</Application>
  <PresentationFormat>On-screen Show (16:9)</PresentationFormat>
  <Paragraphs>74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АТСТ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магазина стройматериалов</dc:title>
  <dc:creator>Ильченко С.В.</dc:creator>
  <dc:subject>Курсовая работа</dc:subject>
  <cp:lastModifiedBy>Azaza</cp:lastModifiedBy>
  <cp:revision>3</cp:revision>
  <dcterms:created xsi:type="dcterms:W3CDTF">2025-12-13T02:26:00Z</dcterms:created>
  <dcterms:modified xsi:type="dcterms:W3CDTF">2025-12-13T07:28:00Z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E1B4A57662054CA192F2C4D19B2FFF98_12</vt:lpwstr>
  </property>
  <property fmtid="{D5CDD505-2E9C-101B-9397-08002B2CF9AE}" pid="3" name="KSOProductBuildVer">
    <vt:lpwstr>1049-12.2.0.23155</vt:lpwstr>
  </property>
</Properties>
</file>